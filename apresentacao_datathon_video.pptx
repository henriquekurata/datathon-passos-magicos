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brevemente o objetivo do estudo.</a:t>
            </a:r>
          </a:p>
          <a:p>
            <a:r>
              <a:t>Diga que o objetivo é entender fatores que impactam o desempenho dos alunos</a:t>
            </a:r>
          </a:p>
          <a:p>
            <a:r>
              <a:t>e identificar alunos em risco de defasagem.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os dados contêm indicadores educacionais como:</a:t>
            </a:r>
          </a:p>
          <a:p>
            <a:r>
              <a:t>IDA (desempenho), IEG (engajamento), IPS (aspectos psicossociais),</a:t>
            </a:r>
          </a:p>
          <a:p>
            <a:r>
              <a:t>IPP (psicopedagógico) e INDE (indicador global).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Inserir gráfico: Countplot de IAN por ano.</a:t>
            </a:r>
          </a:p>
          <a:p/>
          <a:p>
            <a:r>
              <a:t>Explique:</a:t>
            </a:r>
          </a:p>
          <a:p>
            <a:r>
              <a:t>Quantos alunos apresentam defasagem e como isso evolui ao longo do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Inserir gráfico: Lineplot IDA vs Ano.</a:t>
            </a:r>
          </a:p>
          <a:p/>
          <a:p>
            <a:r>
              <a:t>Explique se o desempenho médio está melhorando ao longo dos 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Inserir gráfico: Scatterplot IEG vs IDA.</a:t>
            </a:r>
          </a:p>
          <a:p/>
          <a:p>
            <a:r>
              <a:t>Explique que alunos mais engajados tendem a apresentar melhor desempenho.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Inserir gráfico: Heatmap de correlação.</a:t>
            </a:r>
          </a:p>
          <a:p/>
          <a:p>
            <a:r>
              <a:t>Explique quais indicadores possuem maior impacto no 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foram testados dois modelos:</a:t>
            </a:r>
          </a:p>
          <a:p/>
          <a:p>
            <a:r>
              <a:t>Logistic Regression</a:t>
            </a:r>
          </a:p>
          <a:p>
            <a:r>
              <a:t>Random Forest</a:t>
            </a:r>
          </a:p>
          <a:p/>
          <a:p>
            <a:r>
              <a:t>O melhor modelo foi selecionado com base na métrica de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as principais descobertas:</a:t>
            </a:r>
          </a:p>
          <a:p/>
          <a:p>
            <a:r>
              <a:t>engajamento influencia desempenho</a:t>
            </a:r>
          </a:p>
          <a:p>
            <a:r>
              <a:t>apoio psicossocial é importante</a:t>
            </a:r>
          </a:p>
          <a:p/>
          <a:p>
            <a:r>
              <a:t>Proponha ações para melhorar os resultados educacionais.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Finalize explicando que a análise permite identificar</a:t>
            </a:r>
          </a:p>
          <a:p>
            <a:r>
              <a:t>alunos em risco e direcionar intervenções educacionais.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Passos Mágicos – Análise de dados educacionais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Dados educacionais de 2022 a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Perfil de Defasagem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Indicador 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Desempenho Acadêmico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Evolução do 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Engajamento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IEG vs desempenho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Correlação entre Indicadores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Relação entre variáveis educacionais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Previsão de risco de defasagem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e Recomendações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Ações sugeridas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Impacto potencial do projeto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